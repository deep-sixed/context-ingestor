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Stele fixture: slide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Sandboxed extraction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artifact carries its provenance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Stele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